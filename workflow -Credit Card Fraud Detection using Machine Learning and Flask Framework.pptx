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4095" y="671830"/>
            <a:ext cx="9144000" cy="578485"/>
          </a:xfrm>
        </p:spPr>
        <p:txBody>
          <a:bodyPr/>
          <a:lstStyle/>
          <a:p>
            <a:r>
              <a:rPr lang="en-IN" altLang="en-US"/>
              <a:t>Workflow</a:t>
            </a:r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270" y="1633220"/>
            <a:ext cx="8124825" cy="3590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Presentation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Ashok</cp:lastModifiedBy>
  <cp:revision>3</cp:revision>
  <dcterms:created xsi:type="dcterms:W3CDTF">2025-07-23T00:59:00Z</dcterms:created>
  <dcterms:modified xsi:type="dcterms:W3CDTF">2026-02-10T11:25:18Z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48C300FF06DA4DFB99E729E04909DC4B_11</vt:lpwstr>
  </property>
  <property fmtid="{D5CDD505-2E9C-101B-9397-08002B2CF9AE}" pid="3" name="KSOProductBuildVer">
    <vt:lpwstr>1033-12.2.0.23196</vt:lpwstr>
  </property>
</Properties>
</file>